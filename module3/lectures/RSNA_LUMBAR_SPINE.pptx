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6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97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28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8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85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8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43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13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0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0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C09D4-EB75-4E7C-B37B-4EA4303B6DE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A3BEE-53B9-4309-8344-FE44CBBA4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35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595" y="601735"/>
            <a:ext cx="4724809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1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39" y="849406"/>
            <a:ext cx="8085521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0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558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Axial view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049" y="1031013"/>
            <a:ext cx="4816257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3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MRI Works (Intuition first)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62249"/>
            <a:ext cx="1021343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body is full of hydrogen (water &amp; fat). In a strong magnetic field: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hydrogen nuclei line up with the magnet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Excitation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radio pulse “tips” them out of alignment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Relaxation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they return to equilibrium and emit signals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scanner measures those signals and forms an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key “return-to-normal” processes create contrast: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T1 relaxation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(longitudinal recovery)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T2 relaxation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(transverse decay)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tissues (fat, water, edema, CSF) relax at different rates → different brightness on images.</a:t>
            </a:r>
          </a:p>
        </p:txBody>
      </p:sp>
    </p:spTree>
    <p:extLst>
      <p:ext uri="{BB962C8B-B14F-4D97-AF65-F5344CB8AC3E}">
        <p14:creationId xmlns:p14="http://schemas.microsoft.com/office/powerpoint/2010/main" val="85139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2926"/>
          </a:xfrm>
        </p:spPr>
        <p:txBody>
          <a:bodyPr>
            <a:noAutofit/>
          </a:bodyPr>
          <a:lstStyle/>
          <a:p>
            <a:pPr algn="ctr"/>
            <a:r>
              <a:rPr lang="en-IN" sz="2400" dirty="0" smtClean="0"/>
              <a:t>Axis and planes of human body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82" y="1271498"/>
            <a:ext cx="4930567" cy="4968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23" y="947058"/>
            <a:ext cx="5247229" cy="51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851"/>
            <a:ext cx="10515600" cy="5896112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Sagittal (side view)</a:t>
            </a:r>
          </a:p>
          <a:p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Axial (top down view)</a:t>
            </a:r>
          </a:p>
          <a:p>
            <a:pPr marL="0" indent="0">
              <a:buNone/>
            </a:pPr>
            <a:r>
              <a:rPr lang="en-IN" sz="2000" dirty="0" smtClean="0"/>
              <a:t>Cross section slices</a:t>
            </a:r>
            <a:endParaRPr lang="en-IN" sz="2000" dirty="0" smtClean="0"/>
          </a:p>
          <a:p>
            <a:pPr marL="0" indent="0">
              <a:buNone/>
            </a:pPr>
            <a:r>
              <a:rPr lang="en-IN" sz="2000" dirty="0" smtClean="0"/>
              <a:t>Best for:</a:t>
            </a:r>
          </a:p>
          <a:p>
            <a:r>
              <a:rPr lang="en-IN" sz="1800" dirty="0" smtClean="0"/>
              <a:t>Spinal Canal</a:t>
            </a:r>
          </a:p>
          <a:p>
            <a:r>
              <a:rPr lang="en-IN" sz="1800" dirty="0" smtClean="0"/>
              <a:t>Nerve roots</a:t>
            </a:r>
          </a:p>
          <a:p>
            <a:r>
              <a:rPr lang="en-IN" sz="1800" dirty="0" smtClean="0"/>
              <a:t>Compression</a:t>
            </a:r>
            <a:endParaRPr lang="en-IN" sz="1800" dirty="0" smtClean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635615"/>
            <a:ext cx="557396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Cuts body into </a:t>
            </a:r>
            <a:r>
              <a:rPr lang="en-US" altLang="en-US" b="1" dirty="0">
                <a:latin typeface="Arial" panose="020B0604020202020204" pitchFamily="34" charset="0"/>
              </a:rPr>
              <a:t>left and right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Best for </a:t>
            </a:r>
            <a:r>
              <a:rPr lang="en-US" altLang="en-US" b="1" dirty="0">
                <a:latin typeface="Arial" panose="020B0604020202020204" pitchFamily="34" charset="0"/>
              </a:rPr>
              <a:t>spine alignment, discs, vertebral bodies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807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" y="340015"/>
            <a:ext cx="6073666" cy="37874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401" y="340015"/>
            <a:ext cx="5732679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2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154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Axial view</vt:lpstr>
      <vt:lpstr>How MRI Works (Intuition first) </vt:lpstr>
      <vt:lpstr>Axis and planes of human body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</cp:revision>
  <dcterms:created xsi:type="dcterms:W3CDTF">2026-05-01T12:55:27Z</dcterms:created>
  <dcterms:modified xsi:type="dcterms:W3CDTF">2026-05-01T13:37:23Z</dcterms:modified>
</cp:coreProperties>
</file>